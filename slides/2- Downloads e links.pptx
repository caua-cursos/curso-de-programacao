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uã Campos Martins" initials="CCM" lastIdx="1" clrIdx="0">
    <p:extLst>
      <p:ext uri="{19B8F6BF-5375-455C-9EA6-DF929625EA0E}">
        <p15:presenceInfo xmlns:p15="http://schemas.microsoft.com/office/powerpoint/2012/main" userId="S-1-5-21-3791182227-4005386052-2336546173-10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F36F1-A219-4A2B-AE1F-7DA97E655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F83875-D29B-4832-9C1E-7DDC38A0F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BA9FB4-B870-4465-9D45-3CF713C1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212F7-4162-40A7-9E10-51D50BF6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5FAAF1-AA0B-425F-B18C-FE1BF017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31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EE238-8927-4D1F-820B-2ED15587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9A48DF-24B6-4D3D-994F-F291EDFE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B2102D-BDB4-4201-A4BD-E39BE19F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072A6E-6FA9-44C7-BBE0-48D5FBE1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4F7CB7-583E-4859-A4DD-15C10839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9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0ED2A-3E86-4616-ABCA-6B2483C2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9AD30E-4512-4491-B353-A22557E86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251505-6222-4B01-941B-C91AC959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29A955-FC86-4373-A422-FD7BE118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D2021B-06D4-4C14-A509-68DD2CF7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68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16131-A06E-44BA-930D-3003B59F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BCB5EC-D100-4E2A-BE0E-59A109B3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BFD6F6-D2D0-462F-ABB6-4CFA88E3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AA289-061A-4F1E-BE6D-F9FF69C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11F3C5-72AD-4699-8E3A-6D9F1348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E47CAF-1854-4A55-9695-CB6263D2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88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84A09-BB81-4001-8AF9-6DFD5249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4B88B9-9789-4C8E-A75D-A4F428E85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2F0B8C-05D0-446B-BE09-6170A83E1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52395E-3A5C-4C7E-85C3-03410DA4B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AC39E7-94B6-4ED3-B1BF-2884CCAEE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3CB5BC-0E7A-4C3E-A8E2-E5315C45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E37446-559A-468A-BC9F-4685B6A0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D04BD8-C370-4A5F-92B6-41AA515D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5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932ED-06CE-4204-96E1-8D1F0D7F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12C9A0-24AA-4328-830A-C6FC0010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613D73-C334-4229-90B8-9E583EA1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99FA0D-3DEF-436A-B071-C0B6586D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25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6E2B46-8D3C-4670-9CB7-11A86430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96ECE9-D760-4383-A6EB-C2FEF6A2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88642D-31A2-4FBC-AD79-29757AC0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1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A3715-F8C7-4B00-A71C-5B8C8E7A1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DE287-61E3-4393-91BF-AC676C92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BB4549-4BBB-40EF-98D2-D2B2B456C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697F40-E69C-449B-87A4-4E0F1CA1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8B8470-AEAA-432B-9BF1-AD9924FB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D5E1DA-8654-4765-8C8A-3CE2F5B6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39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5A3EB-3314-4C73-A662-EBD327CF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3CDB25-3F17-41E3-BE64-3CEFB2AF7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115811-EDB8-48E3-9957-A14D616A0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23DBCF-5FB8-456F-954C-89DFDC38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4EB509-D547-4450-BA99-B996B76C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FFDAEA-BD76-464F-A675-8D88E994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002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28BB6-BC38-4881-8940-26E09B59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BE6D17-B4B4-4059-B6CA-205B3C0BC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D2B67-8C4A-4AE6-A37A-1F327A0D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6D2E50-9902-457B-9A2C-8509BF5C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BCAE79-D6CB-47CF-8B76-46A1194E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03E716-6F2D-41D1-8094-1E49AD861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9D9268-A197-40AF-BB2A-C51D4E10D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12194F-9A8E-43A0-AB7C-EA7D8835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837F1A-A2FB-4533-8052-6F991328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291B95-15E8-4692-A2B2-1BB2A6E7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25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C044D9-4084-487D-BF09-6BC025FC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A900C9-F760-4CEC-9A58-F571B9B7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431447-2151-4396-BAEC-1E9F5C94F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B19DD-CE9A-4C74-807C-D12169933DC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1665C2-E432-4FBA-90D7-132E69AB7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26F46B-FE4D-42BB-AF9E-B070883E0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2275A-9553-4945-B12D-63CFBAE3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04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pt-br/3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DB8FC1-5F3F-4393-B671-E557015D7461}"/>
              </a:ext>
            </a:extLst>
          </p:cNvPr>
          <p:cNvSpPr txBox="1"/>
          <p:nvPr/>
        </p:nvSpPr>
        <p:spPr>
          <a:xfrm>
            <a:off x="4789104" y="903643"/>
            <a:ext cx="2613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Downloads necessários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DD1F7A-B5AD-4447-AAED-E5A1DFBD1B73}"/>
              </a:ext>
            </a:extLst>
          </p:cNvPr>
          <p:cNvSpPr txBox="1"/>
          <p:nvPr/>
        </p:nvSpPr>
        <p:spPr>
          <a:xfrm>
            <a:off x="545054" y="1947134"/>
            <a:ext cx="111018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Visual Studio </a:t>
            </a:r>
            <a:r>
              <a:rPr lang="pt-BR" b="1" dirty="0" err="1"/>
              <a:t>Code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https://code.visualstudio.com/</a:t>
            </a:r>
            <a:endParaRPr lang="pt-BR" dirty="0"/>
          </a:p>
          <a:p>
            <a:r>
              <a:rPr lang="pt-BR" dirty="0"/>
              <a:t>VS </a:t>
            </a:r>
            <a:r>
              <a:rPr lang="pt-BR" dirty="0" err="1"/>
              <a:t>Code</a:t>
            </a:r>
            <a:r>
              <a:rPr lang="pt-BR" dirty="0"/>
              <a:t> é a IDE (Ambiente de Desenvolvimento Integrado) principal utilizada pelos programadores e utilizaremos ela nesse curso.</a:t>
            </a:r>
          </a:p>
          <a:p>
            <a:r>
              <a:rPr lang="pt-BR" dirty="0"/>
              <a:t>Existem outras </a:t>
            </a:r>
            <a:r>
              <a:rPr lang="pt-BR" dirty="0" err="1"/>
              <a:t>IDE’s</a:t>
            </a:r>
            <a:r>
              <a:rPr lang="pt-BR" dirty="0"/>
              <a:t> para Python também, como Google </a:t>
            </a:r>
            <a:r>
              <a:rPr lang="pt-BR" dirty="0" err="1"/>
              <a:t>Colab</a:t>
            </a:r>
            <a:endParaRPr lang="pt-BR" dirty="0"/>
          </a:p>
          <a:p>
            <a:r>
              <a:rPr lang="pt-BR" dirty="0"/>
              <a:t>(diretamente no navegador, sem necessidade de nenhum download), mas pelas extensões e possibilidades futuras que o VS </a:t>
            </a:r>
            <a:r>
              <a:rPr lang="pt-BR" dirty="0" err="1"/>
              <a:t>Code</a:t>
            </a:r>
            <a:r>
              <a:rPr lang="pt-BR" dirty="0"/>
              <a:t> nos dá, ele será o utilizado.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0BB729-EDA3-4441-A99D-7976EA68E509}"/>
              </a:ext>
            </a:extLst>
          </p:cNvPr>
          <p:cNvSpPr txBox="1"/>
          <p:nvPr/>
        </p:nvSpPr>
        <p:spPr>
          <a:xfrm>
            <a:off x="545054" y="4481555"/>
            <a:ext cx="1110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Python</a:t>
            </a:r>
            <a:r>
              <a:rPr lang="pt-BR" dirty="0"/>
              <a:t>: </a:t>
            </a:r>
            <a:r>
              <a:rPr lang="pt-BR" dirty="0">
                <a:hlinkClick r:id="rId3"/>
              </a:rPr>
              <a:t>https://www.python.org/downloads/</a:t>
            </a:r>
            <a:endParaRPr lang="pt-BR" dirty="0"/>
          </a:p>
          <a:p>
            <a:r>
              <a:rPr lang="pt-BR" dirty="0"/>
              <a:t>É necessário baixar a ferramenta da linguagem, pois é ela que lê e interpreta os códigos. O sistema nativo do computador não entende a linguagem, por isso o Python é necessário.</a:t>
            </a:r>
          </a:p>
        </p:txBody>
      </p:sp>
    </p:spTree>
    <p:extLst>
      <p:ext uri="{BB962C8B-B14F-4D97-AF65-F5344CB8AC3E}">
        <p14:creationId xmlns:p14="http://schemas.microsoft.com/office/powerpoint/2010/main" val="256688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8F8CD4-F1F3-4B0E-B1D9-10513DD3A4C5}"/>
              </a:ext>
            </a:extLst>
          </p:cNvPr>
          <p:cNvSpPr txBox="1"/>
          <p:nvPr/>
        </p:nvSpPr>
        <p:spPr>
          <a:xfrm>
            <a:off x="5379425" y="839097"/>
            <a:ext cx="1433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Importante: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6B176D-E529-48D9-8FF9-D22E8FBE5D39}"/>
              </a:ext>
            </a:extLst>
          </p:cNvPr>
          <p:cNvSpPr txBox="1"/>
          <p:nvPr/>
        </p:nvSpPr>
        <p:spPr>
          <a:xfrm>
            <a:off x="1626197" y="1947134"/>
            <a:ext cx="8939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Documentação oficial do Python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https://docs.python.org/pt-br/3/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Para que serve a documentação?</a:t>
            </a:r>
          </a:p>
          <a:p>
            <a:r>
              <a:rPr lang="pt-BR" b="0" u="none" strike="noStrike" dirty="0">
                <a:effectLst/>
                <a:latin typeface="Google Sans"/>
              </a:rPr>
              <a:t>A documentação de uma linguagem de programação serve como um "manual de instruções" oficial</a:t>
            </a:r>
            <a:r>
              <a:rPr lang="pt-BR" dirty="0"/>
              <a:t>. Ela orienta os desenvolvedores sobre como instalar a ferramenta, quais comandos estão disponíveis e como resolver problemas, garantindo que programadores não precisem memorizar todos os detalhes técnicos</a:t>
            </a:r>
          </a:p>
        </p:txBody>
      </p:sp>
    </p:spTree>
    <p:extLst>
      <p:ext uri="{BB962C8B-B14F-4D97-AF65-F5344CB8AC3E}">
        <p14:creationId xmlns:p14="http://schemas.microsoft.com/office/powerpoint/2010/main" val="4141351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Google Sans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Cauã Campos Martins</dc:creator>
  <cp:lastModifiedBy>Cauã Campos Martins</cp:lastModifiedBy>
  <cp:revision>3</cp:revision>
  <dcterms:created xsi:type="dcterms:W3CDTF">2026-06-01T12:14:05Z</dcterms:created>
  <dcterms:modified xsi:type="dcterms:W3CDTF">2026-06-01T12:56:55Z</dcterms:modified>
</cp:coreProperties>
</file>