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896D1-F91E-419D-B2B4-A3609061AE09}" v="2" dt="2026-06-02T11:36:30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uã Campos Martins" userId="97ad9ca8d7bf4877" providerId="LiveId" clId="{1CD4FAEC-BEE4-416A-9D6C-B8324B53E325}"/>
    <pc:docChg chg="undo custSel addSld modSld">
      <pc:chgData name="Cauã Campos Martins" userId="97ad9ca8d7bf4877" providerId="LiveId" clId="{1CD4FAEC-BEE4-416A-9D6C-B8324B53E325}" dt="2026-06-02T11:40:47.184" v="1144" actId="20577"/>
      <pc:docMkLst>
        <pc:docMk/>
      </pc:docMkLst>
      <pc:sldChg chg="delSp modSp mod">
        <pc:chgData name="Cauã Campos Martins" userId="97ad9ca8d7bf4877" providerId="LiveId" clId="{1CD4FAEC-BEE4-416A-9D6C-B8324B53E325}" dt="2026-06-02T11:36:24.718" v="764" actId="21"/>
        <pc:sldMkLst>
          <pc:docMk/>
          <pc:sldMk cId="460615600" sldId="257"/>
        </pc:sldMkLst>
        <pc:spChg chg="mod">
          <ac:chgData name="Cauã Campos Martins" userId="97ad9ca8d7bf4877" providerId="LiveId" clId="{1CD4FAEC-BEE4-416A-9D6C-B8324B53E325}" dt="2026-06-02T11:36:03.030" v="763" actId="113"/>
          <ac:spMkLst>
            <pc:docMk/>
            <pc:sldMk cId="460615600" sldId="257"/>
            <ac:spMk id="2" creationId="{D11C1C2A-15D8-39FE-CA29-2509BE499B27}"/>
          </ac:spMkLst>
        </pc:spChg>
        <pc:spChg chg="mod">
          <ac:chgData name="Cauã Campos Martins" userId="97ad9ca8d7bf4877" providerId="LiveId" clId="{1CD4FAEC-BEE4-416A-9D6C-B8324B53E325}" dt="2026-06-02T11:20:37.352" v="41" actId="1076"/>
          <ac:spMkLst>
            <pc:docMk/>
            <pc:sldMk cId="460615600" sldId="257"/>
            <ac:spMk id="3" creationId="{2779D522-6B52-6E38-B8CF-C59724D3E089}"/>
          </ac:spMkLst>
        </pc:spChg>
        <pc:spChg chg="mod">
          <ac:chgData name="Cauã Campos Martins" userId="97ad9ca8d7bf4877" providerId="LiveId" clId="{1CD4FAEC-BEE4-416A-9D6C-B8324B53E325}" dt="2026-06-02T11:19:57.901" v="1" actId="1076"/>
          <ac:spMkLst>
            <pc:docMk/>
            <pc:sldMk cId="460615600" sldId="257"/>
            <ac:spMk id="4" creationId="{38F4B12F-A53A-2E3D-A110-AC684FD6432D}"/>
          </ac:spMkLst>
        </pc:spChg>
        <pc:spChg chg="del">
          <ac:chgData name="Cauã Campos Martins" userId="97ad9ca8d7bf4877" providerId="LiveId" clId="{1CD4FAEC-BEE4-416A-9D6C-B8324B53E325}" dt="2026-06-02T11:36:24.718" v="764" actId="21"/>
          <ac:spMkLst>
            <pc:docMk/>
            <pc:sldMk cId="460615600" sldId="257"/>
            <ac:spMk id="5" creationId="{FFC14C65-4FC9-598F-3C79-0E6F30C594A1}"/>
          </ac:spMkLst>
        </pc:spChg>
      </pc:sldChg>
      <pc:sldChg chg="delSp modSp mod">
        <pc:chgData name="Cauã Campos Martins" userId="97ad9ca8d7bf4877" providerId="LiveId" clId="{1CD4FAEC-BEE4-416A-9D6C-B8324B53E325}" dt="2026-06-02T11:32:11.099" v="744" actId="113"/>
        <pc:sldMkLst>
          <pc:docMk/>
          <pc:sldMk cId="1974929775" sldId="258"/>
        </pc:sldMkLst>
        <pc:spChg chg="mod">
          <ac:chgData name="Cauã Campos Martins" userId="97ad9ca8d7bf4877" providerId="LiveId" clId="{1CD4FAEC-BEE4-416A-9D6C-B8324B53E325}" dt="2026-06-02T11:23:24.976" v="195" actId="1076"/>
          <ac:spMkLst>
            <pc:docMk/>
            <pc:sldMk cId="1974929775" sldId="258"/>
            <ac:spMk id="2" creationId="{6DDEE908-232C-4694-E965-6E562BAC90F4}"/>
          </ac:spMkLst>
        </pc:spChg>
        <pc:spChg chg="mod">
          <ac:chgData name="Cauã Campos Martins" userId="97ad9ca8d7bf4877" providerId="LiveId" clId="{1CD4FAEC-BEE4-416A-9D6C-B8324B53E325}" dt="2026-06-02T11:32:06.324" v="743" actId="113"/>
          <ac:spMkLst>
            <pc:docMk/>
            <pc:sldMk cId="1974929775" sldId="258"/>
            <ac:spMk id="3" creationId="{8337B9FB-CF50-9F04-EB28-0564742294E2}"/>
          </ac:spMkLst>
        </pc:spChg>
        <pc:spChg chg="del mod">
          <ac:chgData name="Cauã Campos Martins" userId="97ad9ca8d7bf4877" providerId="LiveId" clId="{1CD4FAEC-BEE4-416A-9D6C-B8324B53E325}" dt="2026-06-02T11:29:48.018" v="678" actId="478"/>
          <ac:spMkLst>
            <pc:docMk/>
            <pc:sldMk cId="1974929775" sldId="258"/>
            <ac:spMk id="4" creationId="{5F593106-E514-81A9-E486-BC98942532E6}"/>
          </ac:spMkLst>
        </pc:spChg>
        <pc:spChg chg="del">
          <ac:chgData name="Cauã Campos Martins" userId="97ad9ca8d7bf4877" providerId="LiveId" clId="{1CD4FAEC-BEE4-416A-9D6C-B8324B53E325}" dt="2026-06-02T11:25:44.248" v="439" actId="478"/>
          <ac:spMkLst>
            <pc:docMk/>
            <pc:sldMk cId="1974929775" sldId="258"/>
            <ac:spMk id="5" creationId="{40E546AE-DEA5-2DB7-B20D-1267A07D1A4E}"/>
          </ac:spMkLst>
        </pc:spChg>
        <pc:spChg chg="del">
          <ac:chgData name="Cauã Campos Martins" userId="97ad9ca8d7bf4877" providerId="LiveId" clId="{1CD4FAEC-BEE4-416A-9D6C-B8324B53E325}" dt="2026-06-02T11:29:51.900" v="679" actId="478"/>
          <ac:spMkLst>
            <pc:docMk/>
            <pc:sldMk cId="1974929775" sldId="258"/>
            <ac:spMk id="6" creationId="{927AEE7D-45D5-4E2B-97AD-A7E2E41DC42B}"/>
          </ac:spMkLst>
        </pc:spChg>
        <pc:spChg chg="mod">
          <ac:chgData name="Cauã Campos Martins" userId="97ad9ca8d7bf4877" providerId="LiveId" clId="{1CD4FAEC-BEE4-416A-9D6C-B8324B53E325}" dt="2026-06-02T11:32:11.099" v="744" actId="113"/>
          <ac:spMkLst>
            <pc:docMk/>
            <pc:sldMk cId="1974929775" sldId="258"/>
            <ac:spMk id="7" creationId="{83E1BE40-A177-C976-C57D-30342316B124}"/>
          </ac:spMkLst>
        </pc:spChg>
        <pc:spChg chg="del">
          <ac:chgData name="Cauã Campos Martins" userId="97ad9ca8d7bf4877" providerId="LiveId" clId="{1CD4FAEC-BEE4-416A-9D6C-B8324B53E325}" dt="2026-06-02T11:29:58.227" v="680" actId="478"/>
          <ac:spMkLst>
            <pc:docMk/>
            <pc:sldMk cId="1974929775" sldId="258"/>
            <ac:spMk id="8" creationId="{3F804DB5-73C0-FF5C-2FEA-E038D2003994}"/>
          </ac:spMkLst>
        </pc:spChg>
      </pc:sldChg>
      <pc:sldChg chg="addSp modSp new mod">
        <pc:chgData name="Cauã Campos Martins" userId="97ad9ca8d7bf4877" providerId="LiveId" clId="{1CD4FAEC-BEE4-416A-9D6C-B8324B53E325}" dt="2026-06-02T11:40:47.184" v="1144" actId="20577"/>
        <pc:sldMkLst>
          <pc:docMk/>
          <pc:sldMk cId="2955497255" sldId="259"/>
        </pc:sldMkLst>
        <pc:spChg chg="add mod">
          <ac:chgData name="Cauã Campos Martins" userId="97ad9ca8d7bf4877" providerId="LiveId" clId="{1CD4FAEC-BEE4-416A-9D6C-B8324B53E325}" dt="2026-06-02T11:33:50.457" v="761" actId="255"/>
          <ac:spMkLst>
            <pc:docMk/>
            <pc:sldMk cId="2955497255" sldId="259"/>
            <ac:spMk id="2" creationId="{82C85F24-6AF9-0DB0-A176-F32177C55DE7}"/>
          </ac:spMkLst>
        </pc:spChg>
        <pc:spChg chg="add mod">
          <ac:chgData name="Cauã Campos Martins" userId="97ad9ca8d7bf4877" providerId="LiveId" clId="{1CD4FAEC-BEE4-416A-9D6C-B8324B53E325}" dt="2026-06-02T11:40:47.184" v="1144" actId="20577"/>
          <ac:spMkLst>
            <pc:docMk/>
            <pc:sldMk cId="2955497255" sldId="259"/>
            <ac:spMk id="5" creationId="{FFC14C65-4FC9-598F-3C79-0E6F30C594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D6FE8-BA20-4145-B097-C582603D1870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73E58-89AD-49DB-9F37-B583C787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77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490CD-2805-AD4C-CEE5-4775E6B8F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E30E6A-A461-E5DA-2545-7D48C67CB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5844DA-3611-AD1D-A228-E09261E5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8157E0-F473-9EA0-9B4A-F5F81D66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D39CEA-D5D9-CA73-9033-B76A173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55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33236-DEFB-813D-C834-5C23442A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9003B-38F3-4E31-F30A-EC675F7E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721F0D-7B29-E9AA-7870-82C0D114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9F0C95-5614-108F-B321-F277C76F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7A263-32B5-FA46-B285-C414FD8C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26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5A983-AA6D-0B9F-561F-EC457AE5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7805FD-ACF3-ADDC-482A-4E508158D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BAD0B5-81C1-00DD-7038-30F08757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DEE50F-5F16-16F4-0016-8A43054A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53C8BE-880A-449A-E5B8-F3CB6C67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8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FD2B0-B0A2-AD4A-AB37-720D77D0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368272-D3ED-F6F1-E37C-9796BC194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7CD61A-3052-91EC-F52E-3D27C8182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A08413-5B40-CA18-0C34-81C11EDA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AA4146-29BE-D144-4BEB-03639CB9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A4D5B9-D1D6-D592-8130-0F42AC36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69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3EF6C-0F7B-3386-56B2-DC7B322C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236B78-0AB2-CE24-CE4B-CC6FE045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06DBF2-D5F8-766E-3221-6636AF80A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B2479E-C8A1-C413-A16D-984C00041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CB3B2C-ADC7-015C-E3BE-B1EABE012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2484D7-8ED5-BAC9-635C-E9308973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42146B-C4B3-9F70-87BD-4F811AE1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AA786E-318B-6F51-2FED-C0EF8DE1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1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60ACC-B23E-3A8E-FBAD-E9E55BF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152AE9-4378-557B-4FF6-F9A6ACD2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0AC2C9-F157-CDCE-369E-095A4F6E0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80A17A-8FC0-FE70-1CB2-84C8FD00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06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F01298-7DF1-EFB5-21F1-79E0832E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5F2368-34C2-0386-A24C-058B211E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849BA2-F978-DB26-50C8-9F7CD945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95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8BD38-5CAF-9668-DE92-2C699EB2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4E7EE1-8EC1-1660-A9DC-D9F3DC99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A61D65-322C-8355-DD6B-83B40D4BF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8135F2-764A-BAB1-B3A2-F23324AD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DAD445-28BE-6C7A-8D6F-609EEF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CC6F41-7888-6174-1E2B-36E60325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69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3FB0A-61CB-F6B4-2C9F-C5C5FC6A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58F07B-537A-6B1B-257E-F0AFEE535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783030-467B-3239-86FD-EEE52B1B0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C68700-C379-07F1-0D7C-7D1A0D6B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0B347-9EE0-6384-7CA8-C51FD7AE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A1D773-A21A-F951-3368-F3EC6AF1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56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80DB-38B5-CF4C-FA7C-43F88D40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57786C-84A7-6D8A-74D3-47731C2CB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3B5CC-DA79-FBA1-7FE8-22DDA0DD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6359E6-E472-B6D8-643A-2F00E0B6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7B443B-3038-A940-2119-1D23DF8C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60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AD58CC-F51F-B1F8-7552-9960CBAC5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CFBD0B-99CC-DF16-6699-E01E9436B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98D2C7-D328-B8D6-51CC-B7F067F2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DB100-311D-2018-F1E8-E13E7968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9242E5-471A-C634-08B6-2EB49CC9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40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C583CB0-393A-1DDB-695A-D304CE44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D258F0-DBFB-5097-F839-8678CE8A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80CD1-CB8F-FE0A-BBD0-9DE2BD88F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6D079-9BCC-491C-B3D5-D6F72AFC5C61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8D1DAB-5B1D-1B6E-53EC-085F42DFE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AD5F54-AB5D-636B-7AF0-EA3FD2490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934EC-340D-415F-9D47-9FF89E20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955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028531-ADE9-0990-12BA-FF9E380ACD91}"/>
              </a:ext>
            </a:extLst>
          </p:cNvPr>
          <p:cNvSpPr txBox="1"/>
          <p:nvPr/>
        </p:nvSpPr>
        <p:spPr>
          <a:xfrm>
            <a:off x="4711614" y="923544"/>
            <a:ext cx="2768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Lógica de Programação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B5C002-8C26-1633-89B7-8EAACF5C7468}"/>
              </a:ext>
            </a:extLst>
          </p:cNvPr>
          <p:cNvSpPr txBox="1"/>
          <p:nvPr/>
        </p:nvSpPr>
        <p:spPr>
          <a:xfrm>
            <a:off x="1701777" y="1837944"/>
            <a:ext cx="9046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Lógica de programação</a:t>
            </a:r>
            <a:r>
              <a:rPr lang="pt-BR" dirty="0"/>
              <a:t> é o modo como organizamos nossos pensamentos e instruções em uma sequência lógica para que um computador possa executar uma tarefa ou resolver um problema. É o alicerce fundamental do desenvolvimento de software, responsável por estruturar o passo a passo (algoritmo) que será traduzido em código.</a:t>
            </a:r>
          </a:p>
        </p:txBody>
      </p:sp>
    </p:spTree>
    <p:extLst>
      <p:ext uri="{BB962C8B-B14F-4D97-AF65-F5344CB8AC3E}">
        <p14:creationId xmlns:p14="http://schemas.microsoft.com/office/powerpoint/2010/main" val="93522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1C1C2A-15D8-39FE-CA29-2509BE499B27}"/>
              </a:ext>
            </a:extLst>
          </p:cNvPr>
          <p:cNvSpPr txBox="1"/>
          <p:nvPr/>
        </p:nvSpPr>
        <p:spPr>
          <a:xfrm>
            <a:off x="972674" y="1511421"/>
            <a:ext cx="89512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Função</a:t>
            </a:r>
            <a:r>
              <a:rPr lang="pt-BR" dirty="0"/>
              <a:t> </a:t>
            </a:r>
            <a:r>
              <a:rPr lang="pt-BR" b="1" dirty="0"/>
              <a:t>print</a:t>
            </a:r>
            <a:r>
              <a:rPr lang="pt-BR" dirty="0"/>
              <a:t> -&gt; serve para gerar uma saída na tela, ou seja, print é um comando de saída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print(“</a:t>
            </a:r>
            <a:r>
              <a:rPr lang="pt-BR" dirty="0" err="1"/>
              <a:t>Hello</a:t>
            </a:r>
            <a:r>
              <a:rPr lang="pt-BR" dirty="0"/>
              <a:t> World”)</a:t>
            </a:r>
          </a:p>
          <a:p>
            <a:r>
              <a:rPr lang="pt-BR" dirty="0"/>
              <a:t>O comando acima escreverá a saída </a:t>
            </a:r>
            <a:r>
              <a:rPr lang="pt-BR" dirty="0" err="1"/>
              <a:t>Hello</a:t>
            </a:r>
            <a:r>
              <a:rPr lang="pt-BR" dirty="0"/>
              <a:t> World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79D522-6B52-6E38-B8CF-C59724D3E089}"/>
              </a:ext>
            </a:extLst>
          </p:cNvPr>
          <p:cNvSpPr txBox="1"/>
          <p:nvPr/>
        </p:nvSpPr>
        <p:spPr>
          <a:xfrm>
            <a:off x="1452847" y="3429000"/>
            <a:ext cx="5356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</a:t>
            </a:r>
            <a:r>
              <a:rPr lang="pt-BR" dirty="0" err="1"/>
              <a:t>py</a:t>
            </a:r>
            <a:r>
              <a:rPr lang="pt-BR" dirty="0"/>
              <a:t> é a extensão padrão de TODO arquivo em Python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F4B12F-A53A-2E3D-A110-AC684FD6432D}"/>
              </a:ext>
            </a:extLst>
          </p:cNvPr>
          <p:cNvSpPr txBox="1"/>
          <p:nvPr/>
        </p:nvSpPr>
        <p:spPr>
          <a:xfrm>
            <a:off x="4349977" y="744236"/>
            <a:ext cx="3492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Comandos de entrada e saída</a:t>
            </a:r>
          </a:p>
        </p:txBody>
      </p:sp>
    </p:spTree>
    <p:extLst>
      <p:ext uri="{BB962C8B-B14F-4D97-AF65-F5344CB8AC3E}">
        <p14:creationId xmlns:p14="http://schemas.microsoft.com/office/powerpoint/2010/main" val="46061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DEE908-232C-4694-E965-6E562BAC90F4}"/>
              </a:ext>
            </a:extLst>
          </p:cNvPr>
          <p:cNvSpPr txBox="1"/>
          <p:nvPr/>
        </p:nvSpPr>
        <p:spPr>
          <a:xfrm>
            <a:off x="5149137" y="917544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Tipos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37B9FB-CF50-9F04-EB28-0564742294E2}"/>
              </a:ext>
            </a:extLst>
          </p:cNvPr>
          <p:cNvSpPr txBox="1"/>
          <p:nvPr/>
        </p:nvSpPr>
        <p:spPr>
          <a:xfrm>
            <a:off x="813816" y="1674674"/>
            <a:ext cx="9917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Tipos de dados são o que determinam o tipo do valor dentro de uma função, sendo os 4 principais:</a:t>
            </a:r>
          </a:p>
          <a:p>
            <a:r>
              <a:rPr lang="pt-BR" b="1" dirty="0" err="1"/>
              <a:t>string</a:t>
            </a:r>
            <a:r>
              <a:rPr lang="pt-BR" b="1" dirty="0"/>
              <a:t> ou </a:t>
            </a:r>
            <a:r>
              <a:rPr lang="pt-BR" b="1" dirty="0" err="1"/>
              <a:t>str</a:t>
            </a:r>
            <a:r>
              <a:rPr lang="pt-BR" dirty="0"/>
              <a:t> -&gt; cadeia de caracteres; todo valor do tipo </a:t>
            </a:r>
            <a:r>
              <a:rPr lang="pt-BR" dirty="0" err="1"/>
              <a:t>string</a:t>
            </a:r>
            <a:r>
              <a:rPr lang="pt-BR" dirty="0"/>
              <a:t> tem que estar entre aspas</a:t>
            </a:r>
          </a:p>
          <a:p>
            <a:r>
              <a:rPr lang="pt-BR" b="1" dirty="0" err="1"/>
              <a:t>int</a:t>
            </a:r>
            <a:r>
              <a:rPr lang="pt-BR" dirty="0"/>
              <a:t> -&gt; número inteiro</a:t>
            </a:r>
          </a:p>
          <a:p>
            <a:r>
              <a:rPr lang="pt-BR" b="1" dirty="0" err="1"/>
              <a:t>float</a:t>
            </a:r>
            <a:r>
              <a:rPr lang="pt-BR" dirty="0"/>
              <a:t> -&gt; número com casa decimal; utiliza-se o . (ponto) para separar o valor inteiro do(s) valor(es)</a:t>
            </a:r>
          </a:p>
          <a:p>
            <a:r>
              <a:rPr lang="pt-BR" dirty="0"/>
              <a:t>decimal(</a:t>
            </a:r>
            <a:r>
              <a:rPr lang="pt-BR" dirty="0" err="1"/>
              <a:t>is</a:t>
            </a:r>
            <a:r>
              <a:rPr lang="pt-BR" dirty="0"/>
              <a:t>)</a:t>
            </a:r>
          </a:p>
          <a:p>
            <a:r>
              <a:rPr lang="pt-BR" b="1" dirty="0" err="1"/>
              <a:t>bool</a:t>
            </a:r>
            <a:r>
              <a:rPr lang="pt-BR" dirty="0"/>
              <a:t> -&gt; booleano/tipo lógico; </a:t>
            </a:r>
            <a:r>
              <a:rPr lang="pt-BR" dirty="0" err="1"/>
              <a:t>True</a:t>
            </a:r>
            <a:r>
              <a:rPr lang="pt-BR" dirty="0"/>
              <a:t> ou False -&gt; </a:t>
            </a:r>
            <a:r>
              <a:rPr lang="pt-BR" dirty="0" err="1"/>
              <a:t>verfica</a:t>
            </a:r>
            <a:r>
              <a:rPr lang="pt-BR" dirty="0"/>
              <a:t> se uma sentença é verdadeira ou falsa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E1BE40-A177-C976-C57D-30342316B124}"/>
              </a:ext>
            </a:extLst>
          </p:cNvPr>
          <p:cNvSpPr txBox="1"/>
          <p:nvPr/>
        </p:nvSpPr>
        <p:spPr>
          <a:xfrm>
            <a:off x="813816" y="4259996"/>
            <a:ext cx="9484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Observação</a:t>
            </a:r>
            <a:r>
              <a:rPr lang="pt-BR" dirty="0"/>
              <a:t>:</a:t>
            </a:r>
          </a:p>
          <a:p>
            <a:r>
              <a:rPr lang="pt-BR" dirty="0"/>
              <a:t>Uma operação, seja adição, subtração, multiplicação ou divisão que envolva um número </a:t>
            </a:r>
            <a:r>
              <a:rPr lang="pt-BR" dirty="0" err="1"/>
              <a:t>float</a:t>
            </a:r>
            <a:r>
              <a:rPr lang="pt-BR" dirty="0"/>
              <a:t>,</a:t>
            </a:r>
          </a:p>
          <a:p>
            <a:r>
              <a:rPr lang="pt-BR" dirty="0"/>
              <a:t>SEMPRE vai retornar um número </a:t>
            </a:r>
            <a:r>
              <a:rPr lang="pt-BR" dirty="0" err="1"/>
              <a:t>float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92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C85F24-6AF9-0DB0-A176-F32177C55DE7}"/>
              </a:ext>
            </a:extLst>
          </p:cNvPr>
          <p:cNvSpPr txBox="1"/>
          <p:nvPr/>
        </p:nvSpPr>
        <p:spPr>
          <a:xfrm>
            <a:off x="5249678" y="929390"/>
            <a:ext cx="1860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Considerações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C14C65-4FC9-598F-3C79-0E6F30C594A1}"/>
              </a:ext>
            </a:extLst>
          </p:cNvPr>
          <p:cNvSpPr txBox="1"/>
          <p:nvPr/>
        </p:nvSpPr>
        <p:spPr>
          <a:xfrm>
            <a:off x="3086650" y="2060997"/>
            <a:ext cx="62671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Vírgula (,) -&gt; Serve para separar valores dentro de uma função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	print(“Cauã” , “Campos”)</a:t>
            </a:r>
          </a:p>
          <a:p>
            <a:r>
              <a:rPr lang="pt-BR" dirty="0"/>
              <a:t>		Saída no terminal:</a:t>
            </a:r>
          </a:p>
          <a:p>
            <a:r>
              <a:rPr lang="pt-BR" dirty="0"/>
              <a:t>	Cauã Campos</a:t>
            </a:r>
          </a:p>
          <a:p>
            <a:endParaRPr lang="pt-BR" dirty="0"/>
          </a:p>
          <a:p>
            <a:r>
              <a:rPr lang="pt-BR" dirty="0"/>
              <a:t>O comando acima gerou meu nome e sobrenome na saída.</a:t>
            </a:r>
          </a:p>
          <a:p>
            <a:r>
              <a:rPr lang="pt-BR" dirty="0"/>
              <a:t>Foram escritos dentro da mesma função print, porém</a:t>
            </a:r>
          </a:p>
          <a:p>
            <a:r>
              <a:rPr lang="pt-BR" dirty="0"/>
              <a:t>separados por vírgula, logo são valores diferentes dentro da</a:t>
            </a:r>
          </a:p>
          <a:p>
            <a:r>
              <a:rPr lang="pt-BR" dirty="0"/>
              <a:t>mesma função.</a:t>
            </a:r>
          </a:p>
        </p:txBody>
      </p:sp>
    </p:spTree>
    <p:extLst>
      <p:ext uri="{BB962C8B-B14F-4D97-AF65-F5344CB8AC3E}">
        <p14:creationId xmlns:p14="http://schemas.microsoft.com/office/powerpoint/2010/main" val="2955497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Cauã Campos Martins</dc:creator>
  <cp:lastModifiedBy>Cauã Campos Martins</cp:lastModifiedBy>
  <cp:revision>1</cp:revision>
  <dcterms:created xsi:type="dcterms:W3CDTF">2026-06-01T21:59:03Z</dcterms:created>
  <dcterms:modified xsi:type="dcterms:W3CDTF">2026-06-02T11:40:55Z</dcterms:modified>
</cp:coreProperties>
</file>