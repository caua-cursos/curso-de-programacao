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9" d="100"/>
          <a:sy n="89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43747A-B39B-42A2-B021-4C2D31A402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D9DB19-B9A2-4174-B0F4-0C8543A16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6D1719-E0FD-4989-8746-F8796A218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65D15-3D86-475A-854A-88D359F2FDAB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3C8952-6916-4C23-B787-BE5991CB8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179B90-A5C1-44AE-885C-4E466D181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E649-4F9A-4AB4-8878-95B4B0931D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3488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63DC13-E8B5-42A0-90C4-7B8D65DB3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2E2B12-2B82-4947-B2DB-D55F5602C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5A39D46-206A-4C3C-A1A0-29A65575D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65D15-3D86-475A-854A-88D359F2FDAB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9F53B1-46DC-48F3-96A2-7FA4B869A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2E7119-DB0E-4AB8-B5C6-5404E7E92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E649-4F9A-4AB4-8878-95B4B0931D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0516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8795F5-40DD-47FE-823B-D5C83E5BB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DD1C17-B8E3-4B50-8E6C-334EDCFDC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56178C-3DF3-4CEC-B7E8-C6CC529CE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65D15-3D86-475A-854A-88D359F2FDAB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20D4CD-6418-43E7-9C64-DD5CCAFD8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7062A7-7094-450F-A7A0-B6988FEA0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E649-4F9A-4AB4-8878-95B4B0931D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7812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C98A17-7A50-40B6-9091-1C6F92416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6A667F-9847-4B8F-942B-71EF07D46C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98B2FF5-D211-4ADA-96FF-062DA1960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46A0A66-909D-4908-87E9-4E93D3810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65D15-3D86-475A-854A-88D359F2FDAB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5E7AA3-B905-4B66-8311-0BF340B1E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910861A-7BB3-4DFE-B3FB-2EC8FD09F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E649-4F9A-4AB4-8878-95B4B0931D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8626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09D65-7F04-4A51-A670-5ACCB268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2E63747-311E-4F5A-A3F7-A25E47A12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367C2A6-0495-4669-AA33-E1156FA4E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987595C-2D71-444E-B93F-3FB5CA636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B6E8D69-8C8B-42CA-911A-1D91C9E6D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86D37B4-EBC2-4EE7-A646-E0D3FF8EF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65D15-3D86-475A-854A-88D359F2FDAB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A0DC1BB-B486-430F-B9F7-121158AB6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AAAE6B8-CA82-4DFD-85B6-39A88717C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E649-4F9A-4AB4-8878-95B4B0931D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0175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776C54-B55F-4D57-A47A-F1EA41172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DCAABB3-5F71-4B27-BCC6-135293853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65D15-3D86-475A-854A-88D359F2FDAB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6925ECA-B52E-40E4-8D25-DE399BAD7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341BB5F-156B-4962-B917-9B7D54955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E649-4F9A-4AB4-8878-95B4B0931D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433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7CCB453-DEAC-464A-BFD4-DE0F663F6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65D15-3D86-475A-854A-88D359F2FDAB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88B7084-C188-452B-A1F0-1BD57F669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8659208-01E4-47F8-AC18-0378BE746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E649-4F9A-4AB4-8878-95B4B0931D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3861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D57125-3676-48A4-AE21-15D3EE79C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1EBF20-373D-42A1-98C4-AB48C891E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359ECF-EEAD-4178-9DDF-02D49A2AD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D1A0CF9-C5D4-4B77-B452-E6DA25221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65D15-3D86-475A-854A-88D359F2FDAB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BB9E9DA-ECB6-462E-97D0-DDD8524AC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F254546-DF41-4B55-A02C-10B15E5D9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E649-4F9A-4AB4-8878-95B4B0931D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7743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CD0B30-AFDB-4941-8D78-8EDAE19D7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227850B-CC68-4072-845C-26C2D54552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8FFD7A-AB4B-4E6F-BB91-A9607C30F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8E60AE8-ED50-4F19-AAF9-9AC043CC6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65D15-3D86-475A-854A-88D359F2FDAB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9613E6-3F9C-4433-85B2-F5AD4207F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CEDD053-9EA5-4302-B59B-F3FD7A7EC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E649-4F9A-4AB4-8878-95B4B0931D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831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39B71A-0BE0-48A0-9886-35D7E3DA8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856E724-0363-43B0-B497-3896D01AE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615147-BDF0-4C5A-90E3-A272BD513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65D15-3D86-475A-854A-88D359F2FDAB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9ABE61-A9F3-4BB2-B92E-D992BFBBD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AFDDDF-D145-4D22-A884-13742FAE0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E649-4F9A-4AB4-8878-95B4B0931D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5271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9BF3293-28AE-40D0-A84E-4207156E49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4603716-B800-465A-9575-C305DF2A8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F1B029-5F72-46C2-8A43-D3404052A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65D15-3D86-475A-854A-88D359F2FDAB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5224D4-E908-4440-9019-B4A29B228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F19557-36CF-4DF8-8EBF-6603EE9DA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E649-4F9A-4AB4-8878-95B4B0931D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5210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D519DBD-13B9-4704-BA77-4CCC58162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B5752FF-20CF-45CB-A2CC-DF316269A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2424C0-8CC3-4D1E-AB86-B35D8B19A2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65D15-3D86-475A-854A-88D359F2FDAB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396D7F-847F-481C-B733-29047EE1DD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7FD774-34A0-46FF-88D7-D5D0FB605F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AFE649-4F9A-4AB4-8878-95B4B0931D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7970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759C95E-29A7-4A05-BCEE-0899FDBB655F}"/>
              </a:ext>
            </a:extLst>
          </p:cNvPr>
          <p:cNvSpPr txBox="1"/>
          <p:nvPr/>
        </p:nvSpPr>
        <p:spPr>
          <a:xfrm>
            <a:off x="4719084" y="774551"/>
            <a:ext cx="27538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FRONT-END X BACK-END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A98E0C-569A-4651-AFD7-C79543A30793}"/>
              </a:ext>
            </a:extLst>
          </p:cNvPr>
          <p:cNvSpPr txBox="1"/>
          <p:nvPr/>
        </p:nvSpPr>
        <p:spPr>
          <a:xfrm>
            <a:off x="2022438" y="1904103"/>
            <a:ext cx="13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FRONT-END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409F2C5-4C94-4DD6-A502-DA64511720BE}"/>
              </a:ext>
            </a:extLst>
          </p:cNvPr>
          <p:cNvSpPr txBox="1"/>
          <p:nvPr/>
        </p:nvSpPr>
        <p:spPr>
          <a:xfrm>
            <a:off x="8868246" y="1904103"/>
            <a:ext cx="1178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BACK-END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1BCF6AF-636B-40F3-9A4C-C40938276907}"/>
              </a:ext>
            </a:extLst>
          </p:cNvPr>
          <p:cNvSpPr txBox="1"/>
          <p:nvPr/>
        </p:nvSpPr>
        <p:spPr>
          <a:xfrm>
            <a:off x="202452" y="2689412"/>
            <a:ext cx="49412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u="none" strike="noStrike" dirty="0">
                <a:effectLst/>
                <a:latin typeface="Google Sans"/>
              </a:rPr>
              <a:t>Front-</a:t>
            </a:r>
            <a:r>
              <a:rPr lang="pt-BR" b="1" u="none" strike="noStrike" dirty="0" err="1">
                <a:effectLst/>
                <a:latin typeface="Google Sans"/>
              </a:rPr>
              <a:t>end</a:t>
            </a:r>
            <a:r>
              <a:rPr lang="pt-BR" dirty="0"/>
              <a:t> é a parte visual de um site, aplicativo ou</a:t>
            </a:r>
          </a:p>
          <a:p>
            <a:r>
              <a:rPr lang="pt-BR" dirty="0"/>
              <a:t>sistema com a qual o usuário interage diretamente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43BE360-E477-4EC0-B58D-8BC63D34F401}"/>
              </a:ext>
            </a:extLst>
          </p:cNvPr>
          <p:cNvSpPr txBox="1"/>
          <p:nvPr/>
        </p:nvSpPr>
        <p:spPr>
          <a:xfrm>
            <a:off x="6611677" y="2458580"/>
            <a:ext cx="55803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0" u="none" strike="noStrike" dirty="0">
                <a:effectLst/>
                <a:latin typeface="Google Sans"/>
              </a:rPr>
              <a:t>O </a:t>
            </a:r>
            <a:r>
              <a:rPr lang="pt-BR" b="1" u="none" strike="noStrike" dirty="0" err="1">
                <a:effectLst/>
                <a:latin typeface="Google Sans"/>
              </a:rPr>
              <a:t>backend</a:t>
            </a:r>
            <a:r>
              <a:rPr lang="pt-BR" dirty="0"/>
              <a:t> é a parte de um sistema ou aplicativo que fica "nos bastidores", invisível para o usuário. Ele é responsável por processar dados, gerenciar a lógica de negócios, conectar a interface ao banco de dados e garantir a segurança</a:t>
            </a:r>
          </a:p>
        </p:txBody>
      </p:sp>
    </p:spTree>
    <p:extLst>
      <p:ext uri="{BB962C8B-B14F-4D97-AF65-F5344CB8AC3E}">
        <p14:creationId xmlns:p14="http://schemas.microsoft.com/office/powerpoint/2010/main" val="1740440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ront-end: o que é, quais as linguagens e frameworks">
            <a:extLst>
              <a:ext uri="{FF2B5EF4-FFF2-40B4-BE49-F238E27FC236}">
                <a16:creationId xmlns:a16="http://schemas.microsoft.com/office/drawing/2014/main" id="{F8E2A2F6-4EDE-43D2-AC05-975252884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4637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74729B0-D427-468D-B199-CB7C1C33B44D}"/>
              </a:ext>
            </a:extLst>
          </p:cNvPr>
          <p:cNvSpPr txBox="1"/>
          <p:nvPr/>
        </p:nvSpPr>
        <p:spPr>
          <a:xfrm>
            <a:off x="4914490" y="935915"/>
            <a:ext cx="26030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Python: Front ou Back?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B5D424F-676A-487D-ADE9-BFABF725EAB6}"/>
              </a:ext>
            </a:extLst>
          </p:cNvPr>
          <p:cNvSpPr txBox="1"/>
          <p:nvPr/>
        </p:nvSpPr>
        <p:spPr>
          <a:xfrm>
            <a:off x="1710487" y="2280621"/>
            <a:ext cx="8771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0" u="none" strike="noStrike" dirty="0">
                <a:effectLst/>
                <a:latin typeface="Google Sans"/>
              </a:rPr>
              <a:t>O Python é uma linguagem focada no </a:t>
            </a:r>
            <a:r>
              <a:rPr lang="pt-BR" b="1" dirty="0" err="1">
                <a:latin typeface="Google Sans"/>
              </a:rPr>
              <a:t>back-end</a:t>
            </a:r>
            <a:r>
              <a:rPr lang="pt-BR" dirty="0"/>
              <a:t> porque roda diretamente no servidor e possui alta capacidade para processar dados, segurança e integrações complexas.</a:t>
            </a:r>
          </a:p>
        </p:txBody>
      </p:sp>
    </p:spTree>
    <p:extLst>
      <p:ext uri="{BB962C8B-B14F-4D97-AF65-F5344CB8AC3E}">
        <p14:creationId xmlns:p14="http://schemas.microsoft.com/office/powerpoint/2010/main" val="192861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2C842AD-08AD-4A53-BFAF-93EA1C5AA178}"/>
              </a:ext>
            </a:extLst>
          </p:cNvPr>
          <p:cNvSpPr txBox="1"/>
          <p:nvPr/>
        </p:nvSpPr>
        <p:spPr>
          <a:xfrm>
            <a:off x="4094458" y="978947"/>
            <a:ext cx="4426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Python serve apenas para programação?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428592F-C2A8-4FEC-80A9-379826EB06BA}"/>
              </a:ext>
            </a:extLst>
          </p:cNvPr>
          <p:cNvSpPr txBox="1"/>
          <p:nvPr/>
        </p:nvSpPr>
        <p:spPr>
          <a:xfrm>
            <a:off x="773654" y="1966681"/>
            <a:ext cx="106446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0" u="none" strike="noStrike" dirty="0">
                <a:effectLst/>
                <a:latin typeface="Google Sans"/>
              </a:rPr>
              <a:t>Não! </a:t>
            </a:r>
            <a:r>
              <a:rPr lang="pt-BR" dirty="0">
                <a:latin typeface="Google Sans"/>
              </a:rPr>
              <a:t>O</a:t>
            </a:r>
            <a:r>
              <a:rPr lang="pt-BR" b="0" u="none" strike="noStrike" dirty="0">
                <a:effectLst/>
                <a:latin typeface="Google Sans"/>
              </a:rPr>
              <a:t> Python é excelente para programação, mas também serve para outras áreas; </a:t>
            </a:r>
            <a:r>
              <a:rPr lang="pt-BR" dirty="0">
                <a:latin typeface="Google Sans"/>
              </a:rPr>
              <a:t>automação de tarefas, análise de dados, inteligência artificial e pesquisa científica são alguns exemplos de áreas diferentes da TI que a linguagem Python abrange.</a:t>
            </a:r>
          </a:p>
        </p:txBody>
      </p:sp>
    </p:spTree>
    <p:extLst>
      <p:ext uri="{BB962C8B-B14F-4D97-AF65-F5344CB8AC3E}">
        <p14:creationId xmlns:p14="http://schemas.microsoft.com/office/powerpoint/2010/main" val="2604387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C990DF1-6CC2-40CD-9C1D-85E8F5E004EC}"/>
              </a:ext>
            </a:extLst>
          </p:cNvPr>
          <p:cNvSpPr txBox="1"/>
          <p:nvPr/>
        </p:nvSpPr>
        <p:spPr>
          <a:xfrm>
            <a:off x="4959275" y="666974"/>
            <a:ext cx="16466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Média salarial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C220FEA-432C-4A7C-93AA-20078C8EB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873" y="1133154"/>
            <a:ext cx="4934639" cy="459169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787E59A-7826-4F92-9485-890C47D9B44E}"/>
              </a:ext>
            </a:extLst>
          </p:cNvPr>
          <p:cNvSpPr txBox="1"/>
          <p:nvPr/>
        </p:nvSpPr>
        <p:spPr>
          <a:xfrm>
            <a:off x="734873" y="5724845"/>
            <a:ext cx="68291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 err="1"/>
              <a:t>Glassdoor</a:t>
            </a:r>
            <a:r>
              <a:rPr lang="pt-BR" sz="1100" dirty="0"/>
              <a:t>: https://www.glassdoor.com.br/Sal%C3%A1rios/desenvolvedor-python-sal%C3%A1rio-SRCH_KO0,20.htm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429EE81-7193-47A4-8E33-7BDCFADF6DE6}"/>
              </a:ext>
            </a:extLst>
          </p:cNvPr>
          <p:cNvSpPr txBox="1"/>
          <p:nvPr/>
        </p:nvSpPr>
        <p:spPr>
          <a:xfrm>
            <a:off x="7563987" y="2967335"/>
            <a:ext cx="37735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Júnior: até 2 anos de experiência;</a:t>
            </a:r>
          </a:p>
          <a:p>
            <a:r>
              <a:rPr lang="pt-BR" dirty="0"/>
              <a:t>Pleno: de 2 a 5 anos de experiência;</a:t>
            </a:r>
          </a:p>
          <a:p>
            <a:r>
              <a:rPr lang="pt-BR" dirty="0"/>
              <a:t>Sênior: mais de 5 anos de experiência.</a:t>
            </a:r>
          </a:p>
        </p:txBody>
      </p:sp>
    </p:spTree>
    <p:extLst>
      <p:ext uri="{BB962C8B-B14F-4D97-AF65-F5344CB8AC3E}">
        <p14:creationId xmlns:p14="http://schemas.microsoft.com/office/powerpoint/2010/main" val="11987764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206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Google Sans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Cauã Campos Martins</dc:creator>
  <cp:lastModifiedBy>Cauã Campos Martins</cp:lastModifiedBy>
  <cp:revision>3</cp:revision>
  <dcterms:created xsi:type="dcterms:W3CDTF">2026-06-01T11:57:44Z</dcterms:created>
  <dcterms:modified xsi:type="dcterms:W3CDTF">2026-06-01T12:57:45Z</dcterms:modified>
</cp:coreProperties>
</file>